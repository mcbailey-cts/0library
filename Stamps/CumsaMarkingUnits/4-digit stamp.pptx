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84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1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9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8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4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4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5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79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0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4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30747-2262-4997-8713-1C856443CE08}" type="datetimeFigureOut">
              <a:rPr lang="en-US" smtClean="0"/>
              <a:t>6/11/2012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5D6B7-0A57-4FB9-A7B6-A1F162341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8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0"/>
            <a:ext cx="541782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433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8240"/>
            <a:ext cx="8434197" cy="6813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3600" y="3200400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will be using the 4-digit version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91200" y="3200400"/>
            <a:ext cx="2362200" cy="762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4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Parker, Todd</dc:creator>
  <cp:lastModifiedBy>Parker, Todd</cp:lastModifiedBy>
  <cp:revision>2</cp:revision>
  <dcterms:created xsi:type="dcterms:W3CDTF">2012-06-11T18:38:12Z</dcterms:created>
  <dcterms:modified xsi:type="dcterms:W3CDTF">2012-06-11T19:00:31Z</dcterms:modified>
</cp:coreProperties>
</file>