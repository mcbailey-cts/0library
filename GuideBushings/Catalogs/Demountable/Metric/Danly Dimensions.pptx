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7010400" cy="9223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45" autoAdjust="0"/>
    <p:restoredTop sz="94660"/>
  </p:normalViewPr>
  <p:slideViewPr>
    <p:cSldViewPr snapToGrid="0">
      <p:cViewPr>
        <p:scale>
          <a:sx n="75" d="100"/>
          <a:sy n="75" d="100"/>
        </p:scale>
        <p:origin x="30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FCFD6-F25F-4393-A9EF-AB3A500DE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3BB9DA-A9A4-4A56-8B03-C0E480C0D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7A9B0-57B0-4109-A9D0-FF1B58330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FBE1C-DC87-40DA-8071-93C17258E77F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48EA4-4AAC-41F3-8F96-E3B5F660F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0DA868-9A96-434A-BB78-B7A12E288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EEDA-EA39-4622-A9F2-AD0114429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07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F0AD2-16CE-4B8C-BB18-590F32E61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81ED02-5DDA-477F-ADF6-AAE8D4E29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6C2F6-C7E1-44E0-91CC-C6E1436E2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FBE1C-DC87-40DA-8071-93C17258E77F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6A821-D60C-4CAE-A2C9-B49528039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54229-0360-4FF6-80AB-77FC96DF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EEDA-EA39-4622-A9F2-AD0114429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23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2FD31-5ECF-44DA-8A73-EC6CCC6F9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685E0-E76C-4E7A-A813-55C0E5F93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F6153D-6FC9-4F06-B17E-C5E012BD3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FBE1C-DC87-40DA-8071-93C17258E77F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99A42-6BFB-4C3F-89C6-6D0680656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16E07-2228-453D-8439-A3DB1A96D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EEDA-EA39-4622-A9F2-AD0114429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676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2280C-3C93-4AEC-9399-C20101E2E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F8FC6-2A50-424C-A51A-2A80222F6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46EB50-BA17-481D-9D99-5848F0D5F0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8B591-0D2C-475B-B02C-F47634C4F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FBE1C-DC87-40DA-8071-93C17258E77F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75B7C5-0C8A-4955-A66E-2FFF8EFAC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8877E-E977-4E27-980D-D3FFF01BE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EEDA-EA39-4622-A9F2-AD0114429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61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71AA4-D8AD-403A-8B5B-B46B228CD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408795-DB0F-4D54-9567-C1050B344D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8A66B-93C2-4884-9C70-EA30238F8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5F8CDC-5992-4639-BC39-8F69EB30E6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968967-373B-4E83-AE45-B234594E77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E8DCC-7EC8-4284-A2E3-0CB1B898D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FBE1C-DC87-40DA-8071-93C17258E77F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DB7E96-C857-4B31-879D-79316D88B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7B454A-A5F9-44AA-B1F6-A7AB0112D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EEDA-EA39-4622-A9F2-AD0114429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636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E79C-2783-43F3-AC3F-62EE8146C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7AA57-D2F7-4A4D-ACB8-7662B2CE7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FBE1C-DC87-40DA-8071-93C17258E77F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C65D48-6A4A-44A5-9BA3-4BBD9B7D9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76F98E-9C51-4892-9728-5E55009D1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EEDA-EA39-4622-A9F2-AD0114429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36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098ABC-BBE0-40AF-A6AA-6B28BAF00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FBE1C-DC87-40DA-8071-93C17258E77F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54E3BA-E230-4BAF-BFA2-8978A3E49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81EE-A487-49E6-AC2A-4D16B58FE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EEDA-EA39-4622-A9F2-AD0114429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480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AA509-2DCE-490E-B132-E078B7783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25EB1-0110-4EFC-92B1-49ABB57A2F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A1332A-F40C-46BE-B95E-0611EB19F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3E305-2510-4F4A-AFCA-2CC209B19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FBE1C-DC87-40DA-8071-93C17258E77F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5303A-E2F4-4C57-AF4A-AAEE55F00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FC68F-67AF-4806-A5B3-39BE2B57C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EEDA-EA39-4622-A9F2-AD0114429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95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D9292-59F8-4E27-9DB2-332220888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9959D6-92CC-463A-8690-5BE3AFC0F8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62EB42-F4CE-41B1-8E98-DAB1F9E5A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8A5A1B-FCF7-4B9C-8DA7-8FD31538A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FBE1C-DC87-40DA-8071-93C17258E77F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F2613-3216-4260-B898-229313571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F140B-6B4F-447E-B055-7E1931DF4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EEDA-EA39-4622-A9F2-AD0114429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7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3BE49-6F4D-441B-B7C3-74293DD6E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8591E-E8FB-4A72-8972-7B1D45A32F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5628-AEE3-4426-9D5D-C5CE6FBC1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FBE1C-DC87-40DA-8071-93C17258E77F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2390E-29D2-4BD5-836D-86AAF8109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41662-9742-4A7D-9C6E-9F419A2C7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EEDA-EA39-4622-A9F2-AD0114429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18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682D91-73AD-486B-862D-634E816F09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BA904E-D183-40A1-85B7-AC2121CC0B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51778-B590-4CDD-98E4-992C8059D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FBE1C-DC87-40DA-8071-93C17258E77F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2E5CE-63A8-4ECF-955A-31FE1764E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36AFE-8E7C-4A44-83C0-BC1C8DA9A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3EEEDA-EA39-4622-A9F2-AD0114429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43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29372C-9207-4847-A56D-FE0F656CE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B3FD9-2753-4571-A52C-0B04FB233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9758AA-F346-4369-B2B1-6C6407100E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0FBE1C-DC87-40DA-8071-93C17258E77F}" type="datetimeFigureOut">
              <a:rPr lang="en-US" smtClean="0"/>
              <a:t>5/1/2018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BB6F4-53D4-4E2F-AEEF-28D1ABA341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A317C-CEF6-4FB7-9FAD-BF2B0DEFA6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3EEEDA-EA39-4622-A9F2-AD0114429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86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C6C30F-1B88-4D77-BB9B-34376E8C7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727" y="0"/>
            <a:ext cx="108065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504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905D21-3430-4F00-9528-011F4F606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137" y="371475"/>
            <a:ext cx="5419725" cy="611505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B9CCF78-7A6B-43A4-8A3F-7AA2F2936A6E}"/>
              </a:ext>
            </a:extLst>
          </p:cNvPr>
          <p:cNvGrpSpPr/>
          <p:nvPr/>
        </p:nvGrpSpPr>
        <p:grpSpPr>
          <a:xfrm>
            <a:off x="5549899" y="756073"/>
            <a:ext cx="546100" cy="707886"/>
            <a:chOff x="7818388" y="-44024"/>
            <a:chExt cx="546100" cy="70788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B8081B4-5334-42A4-B9C9-1DD055B6C307}"/>
                </a:ext>
              </a:extLst>
            </p:cNvPr>
            <p:cNvSpPr/>
            <p:nvPr/>
          </p:nvSpPr>
          <p:spPr>
            <a:xfrm>
              <a:off x="7818388" y="215900"/>
              <a:ext cx="546100" cy="4095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B9708DF-B9ED-4640-A341-A8B5ED85987E}"/>
                </a:ext>
              </a:extLst>
            </p:cNvPr>
            <p:cNvSpPr/>
            <p:nvPr/>
          </p:nvSpPr>
          <p:spPr>
            <a:xfrm>
              <a:off x="7928717" y="-44024"/>
              <a:ext cx="429926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0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2B234BA-BEAC-4A37-A8D6-881B448D3C25}"/>
              </a:ext>
            </a:extLst>
          </p:cNvPr>
          <p:cNvGrpSpPr/>
          <p:nvPr/>
        </p:nvGrpSpPr>
        <p:grpSpPr>
          <a:xfrm>
            <a:off x="5599052" y="4928157"/>
            <a:ext cx="552278" cy="707886"/>
            <a:chOff x="7818388" y="-44024"/>
            <a:chExt cx="552278" cy="70788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715E22C-5A37-4958-B6E5-28D1E2881628}"/>
                </a:ext>
              </a:extLst>
            </p:cNvPr>
            <p:cNvSpPr/>
            <p:nvPr/>
          </p:nvSpPr>
          <p:spPr>
            <a:xfrm>
              <a:off x="7818388" y="215900"/>
              <a:ext cx="546100" cy="4095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4D784E-138D-4FAC-AFF0-2C660C172602}"/>
                </a:ext>
              </a:extLst>
            </p:cNvPr>
            <p:cNvSpPr/>
            <p:nvPr/>
          </p:nvSpPr>
          <p:spPr>
            <a:xfrm>
              <a:off x="7916695" y="-44024"/>
              <a:ext cx="453971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  <a:endParaRPr lang="en-US" sz="40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0D39261-A52E-4C13-B488-CF79372577F3}"/>
              </a:ext>
            </a:extLst>
          </p:cNvPr>
          <p:cNvGrpSpPr/>
          <p:nvPr/>
        </p:nvGrpSpPr>
        <p:grpSpPr>
          <a:xfrm>
            <a:off x="5651294" y="363741"/>
            <a:ext cx="546100" cy="707886"/>
            <a:chOff x="7818388" y="-44024"/>
            <a:chExt cx="546100" cy="70788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BA75CD4-9F35-4973-8633-F1B9AE702915}"/>
                </a:ext>
              </a:extLst>
            </p:cNvPr>
            <p:cNvSpPr/>
            <p:nvPr/>
          </p:nvSpPr>
          <p:spPr>
            <a:xfrm>
              <a:off x="7818388" y="215900"/>
              <a:ext cx="546100" cy="4095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00FBACD-0D63-4544-8F93-83D086B9013C}"/>
                </a:ext>
              </a:extLst>
            </p:cNvPr>
            <p:cNvSpPr/>
            <p:nvPr/>
          </p:nvSpPr>
          <p:spPr>
            <a:xfrm>
              <a:off x="7943144" y="-44024"/>
              <a:ext cx="401072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</a:t>
              </a:r>
              <a:endParaRPr lang="en-US" sz="40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4BD3F1-1FE8-4BD8-949D-EC19D9548C55}"/>
              </a:ext>
            </a:extLst>
          </p:cNvPr>
          <p:cNvGrpSpPr/>
          <p:nvPr/>
        </p:nvGrpSpPr>
        <p:grpSpPr>
          <a:xfrm>
            <a:off x="5640029" y="5392867"/>
            <a:ext cx="660758" cy="707886"/>
            <a:chOff x="7813301" y="-44024"/>
            <a:chExt cx="660758" cy="70788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A0DBCDE-E8F6-4E4F-95B8-215359AED9D3}"/>
                </a:ext>
              </a:extLst>
            </p:cNvPr>
            <p:cNvSpPr/>
            <p:nvPr/>
          </p:nvSpPr>
          <p:spPr>
            <a:xfrm>
              <a:off x="7818388" y="215900"/>
              <a:ext cx="546100" cy="4095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0237777-A745-4154-AEB2-95C61BA26AEE}"/>
                </a:ext>
              </a:extLst>
            </p:cNvPr>
            <p:cNvSpPr/>
            <p:nvPr/>
          </p:nvSpPr>
          <p:spPr>
            <a:xfrm>
              <a:off x="7813301" y="-44024"/>
              <a:ext cx="660758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0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c1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9A278A-85B6-4F6C-8F5B-1D5AB3A546C6}"/>
              </a:ext>
            </a:extLst>
          </p:cNvPr>
          <p:cNvCxnSpPr/>
          <p:nvPr/>
        </p:nvCxnSpPr>
        <p:spPr>
          <a:xfrm>
            <a:off x="7112000" y="2425700"/>
            <a:ext cx="0" cy="11557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841B867-8ED2-4844-9E87-C808C3834F99}"/>
              </a:ext>
            </a:extLst>
          </p:cNvPr>
          <p:cNvGrpSpPr/>
          <p:nvPr/>
        </p:nvGrpSpPr>
        <p:grpSpPr>
          <a:xfrm>
            <a:off x="6125804" y="2410277"/>
            <a:ext cx="622810" cy="707886"/>
            <a:chOff x="7818388" y="-44024"/>
            <a:chExt cx="622810" cy="70788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E4E4325-CBB6-478E-9726-E16BC0DC7390}"/>
                </a:ext>
              </a:extLst>
            </p:cNvPr>
            <p:cNvSpPr/>
            <p:nvPr/>
          </p:nvSpPr>
          <p:spPr>
            <a:xfrm>
              <a:off x="7818388" y="215900"/>
              <a:ext cx="546100" cy="4095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0088688-44B1-406F-849A-D90288DBC1E9}"/>
                </a:ext>
              </a:extLst>
            </p:cNvPr>
            <p:cNvSpPr/>
            <p:nvPr/>
          </p:nvSpPr>
          <p:spPr>
            <a:xfrm>
              <a:off x="7846162" y="-44024"/>
              <a:ext cx="595036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</a:t>
              </a:r>
              <a:endParaRPr lang="en-US" sz="40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99B39BC-BED2-4B2C-8170-4F3B69B4FF16}"/>
              </a:ext>
            </a:extLst>
          </p:cNvPr>
          <p:cNvCxnSpPr>
            <a:cxnSpLocks/>
          </p:cNvCxnSpPr>
          <p:nvPr/>
        </p:nvCxnSpPr>
        <p:spPr>
          <a:xfrm>
            <a:off x="6671904" y="2764220"/>
            <a:ext cx="440096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3ACD29E-FD53-4EB8-B0C0-50287D88F1AA}"/>
              </a:ext>
            </a:extLst>
          </p:cNvPr>
          <p:cNvCxnSpPr>
            <a:cxnSpLocks/>
          </p:cNvCxnSpPr>
          <p:nvPr/>
        </p:nvCxnSpPr>
        <p:spPr>
          <a:xfrm flipH="1">
            <a:off x="5872102" y="2766613"/>
            <a:ext cx="390585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54E44B8-401C-4D3F-9FC1-D69A00C6383A}"/>
              </a:ext>
            </a:extLst>
          </p:cNvPr>
          <p:cNvSpPr txBox="1"/>
          <p:nvPr/>
        </p:nvSpPr>
        <p:spPr>
          <a:xfrm>
            <a:off x="457200" y="363741"/>
            <a:ext cx="207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Danly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101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D4B8FF-DA35-4483-8AB8-23A1C4B9B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450" y="252412"/>
            <a:ext cx="8039100" cy="635317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B9CCF78-7A6B-43A4-8A3F-7AA2F2936A6E}"/>
              </a:ext>
            </a:extLst>
          </p:cNvPr>
          <p:cNvGrpSpPr/>
          <p:nvPr/>
        </p:nvGrpSpPr>
        <p:grpSpPr>
          <a:xfrm>
            <a:off x="8102599" y="2165773"/>
            <a:ext cx="546100" cy="707886"/>
            <a:chOff x="7818388" y="-44024"/>
            <a:chExt cx="546100" cy="70788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B8081B4-5334-42A4-B9C9-1DD055B6C307}"/>
                </a:ext>
              </a:extLst>
            </p:cNvPr>
            <p:cNvSpPr/>
            <p:nvPr/>
          </p:nvSpPr>
          <p:spPr>
            <a:xfrm>
              <a:off x="7818388" y="58666"/>
              <a:ext cx="546100" cy="5668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B9708DF-B9ED-4640-A341-A8B5ED85987E}"/>
                </a:ext>
              </a:extLst>
            </p:cNvPr>
            <p:cNvSpPr/>
            <p:nvPr/>
          </p:nvSpPr>
          <p:spPr>
            <a:xfrm>
              <a:off x="7928717" y="-44024"/>
              <a:ext cx="429926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0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2B234BA-BEAC-4A37-A8D6-881B448D3C25}"/>
              </a:ext>
            </a:extLst>
          </p:cNvPr>
          <p:cNvGrpSpPr/>
          <p:nvPr/>
        </p:nvGrpSpPr>
        <p:grpSpPr>
          <a:xfrm>
            <a:off x="8642854" y="2538911"/>
            <a:ext cx="552278" cy="707886"/>
            <a:chOff x="7818388" y="-44024"/>
            <a:chExt cx="552278" cy="70788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715E22C-5A37-4958-B6E5-28D1E2881628}"/>
                </a:ext>
              </a:extLst>
            </p:cNvPr>
            <p:cNvSpPr/>
            <p:nvPr/>
          </p:nvSpPr>
          <p:spPr>
            <a:xfrm>
              <a:off x="7818388" y="58666"/>
              <a:ext cx="546100" cy="5668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4D784E-138D-4FAC-AFF0-2C660C172602}"/>
                </a:ext>
              </a:extLst>
            </p:cNvPr>
            <p:cNvSpPr/>
            <p:nvPr/>
          </p:nvSpPr>
          <p:spPr>
            <a:xfrm>
              <a:off x="7916695" y="-44024"/>
              <a:ext cx="453971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  <a:endParaRPr lang="en-US" sz="40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0D39261-A52E-4C13-B488-CF79372577F3}"/>
              </a:ext>
            </a:extLst>
          </p:cNvPr>
          <p:cNvGrpSpPr/>
          <p:nvPr/>
        </p:nvGrpSpPr>
        <p:grpSpPr>
          <a:xfrm>
            <a:off x="2692734" y="2404982"/>
            <a:ext cx="546100" cy="784449"/>
            <a:chOff x="7818388" y="-43806"/>
            <a:chExt cx="546100" cy="70788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BA75CD4-9F35-4973-8633-F1B9AE702915}"/>
                </a:ext>
              </a:extLst>
            </p:cNvPr>
            <p:cNvSpPr/>
            <p:nvPr/>
          </p:nvSpPr>
          <p:spPr>
            <a:xfrm>
              <a:off x="7818388" y="77051"/>
              <a:ext cx="546100" cy="5484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00FBACD-0D63-4544-8F93-83D086B9013C}"/>
                </a:ext>
              </a:extLst>
            </p:cNvPr>
            <p:cNvSpPr/>
            <p:nvPr/>
          </p:nvSpPr>
          <p:spPr>
            <a:xfrm>
              <a:off x="7960411" y="-43806"/>
              <a:ext cx="401072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</a:t>
              </a:r>
              <a:endParaRPr lang="en-US" sz="40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4BD3F1-1FE8-4BD8-949D-EC19D9548C55}"/>
              </a:ext>
            </a:extLst>
          </p:cNvPr>
          <p:cNvGrpSpPr/>
          <p:nvPr/>
        </p:nvGrpSpPr>
        <p:grpSpPr>
          <a:xfrm>
            <a:off x="2095380" y="2404982"/>
            <a:ext cx="660758" cy="663800"/>
            <a:chOff x="7818388" y="-193065"/>
            <a:chExt cx="660758" cy="81853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A0DBCDE-E8F6-4E4F-95B8-215359AED9D3}"/>
                </a:ext>
              </a:extLst>
            </p:cNvPr>
            <p:cNvSpPr/>
            <p:nvPr/>
          </p:nvSpPr>
          <p:spPr>
            <a:xfrm>
              <a:off x="7818388" y="-82412"/>
              <a:ext cx="546100" cy="7078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0237777-A745-4154-AEB2-95C61BA26AEE}"/>
                </a:ext>
              </a:extLst>
            </p:cNvPr>
            <p:cNvSpPr/>
            <p:nvPr/>
          </p:nvSpPr>
          <p:spPr>
            <a:xfrm>
              <a:off x="7818388" y="-193065"/>
              <a:ext cx="660758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0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c1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5ECA53B-A268-4500-9150-8748A9030013}"/>
              </a:ext>
            </a:extLst>
          </p:cNvPr>
          <p:cNvGrpSpPr/>
          <p:nvPr/>
        </p:nvGrpSpPr>
        <p:grpSpPr>
          <a:xfrm>
            <a:off x="5715334" y="5274788"/>
            <a:ext cx="546100" cy="792859"/>
            <a:chOff x="7818388" y="-90003"/>
            <a:chExt cx="546100" cy="71547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05ACA58-77F3-4B45-8E2D-22669DD91A7C}"/>
                </a:ext>
              </a:extLst>
            </p:cNvPr>
            <p:cNvSpPr/>
            <p:nvPr/>
          </p:nvSpPr>
          <p:spPr>
            <a:xfrm>
              <a:off x="7818388" y="77051"/>
              <a:ext cx="546100" cy="5484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72D1D7E2-A5DC-420C-8961-4C4691A0B891}"/>
                </a:ext>
              </a:extLst>
            </p:cNvPr>
            <p:cNvSpPr/>
            <p:nvPr/>
          </p:nvSpPr>
          <p:spPr>
            <a:xfrm>
              <a:off x="7871666" y="-90003"/>
              <a:ext cx="439544" cy="63879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0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e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92283D1-46B7-4B3E-B388-A30866CD1913}"/>
              </a:ext>
            </a:extLst>
          </p:cNvPr>
          <p:cNvGrpSpPr/>
          <p:nvPr/>
        </p:nvGrpSpPr>
        <p:grpSpPr>
          <a:xfrm>
            <a:off x="5292435" y="5895252"/>
            <a:ext cx="1020853" cy="834842"/>
            <a:chOff x="7615261" y="-127889"/>
            <a:chExt cx="1020853" cy="75336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451AB0E-8BC1-4686-BA63-23329C2C2417}"/>
                </a:ext>
              </a:extLst>
            </p:cNvPr>
            <p:cNvSpPr/>
            <p:nvPr/>
          </p:nvSpPr>
          <p:spPr>
            <a:xfrm>
              <a:off x="7615261" y="77051"/>
              <a:ext cx="1020853" cy="5484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1805B04-97BE-4406-B4D2-5DE1E526B1FB}"/>
                </a:ext>
              </a:extLst>
            </p:cNvPr>
            <p:cNvSpPr/>
            <p:nvPr/>
          </p:nvSpPr>
          <p:spPr>
            <a:xfrm>
              <a:off x="7699929" y="-127889"/>
              <a:ext cx="851516" cy="638795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f</a:t>
              </a:r>
              <a:r>
                <a:rPr lang="en-US" sz="4000" b="0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+e</a:t>
              </a:r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6B07B4AF-C74A-45D2-B71A-4D9B5EFB8D86}"/>
              </a:ext>
            </a:extLst>
          </p:cNvPr>
          <p:cNvSpPr txBox="1"/>
          <p:nvPr/>
        </p:nvSpPr>
        <p:spPr>
          <a:xfrm>
            <a:off x="457200" y="363741"/>
            <a:ext cx="207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NAAMS</a:t>
            </a:r>
          </a:p>
        </p:txBody>
      </p:sp>
    </p:spTree>
    <p:extLst>
      <p:ext uri="{BB962C8B-B14F-4D97-AF65-F5344CB8AC3E}">
        <p14:creationId xmlns:p14="http://schemas.microsoft.com/office/powerpoint/2010/main" val="392452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044F20-CE36-4F33-84E4-CD3470CC8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959" y="363741"/>
            <a:ext cx="4622800" cy="5989638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B9CCF78-7A6B-43A4-8A3F-7AA2F2936A6E}"/>
              </a:ext>
            </a:extLst>
          </p:cNvPr>
          <p:cNvGrpSpPr/>
          <p:nvPr/>
        </p:nvGrpSpPr>
        <p:grpSpPr>
          <a:xfrm>
            <a:off x="5250516" y="595317"/>
            <a:ext cx="1144865" cy="707886"/>
            <a:chOff x="7519005" y="-204780"/>
            <a:chExt cx="1144865" cy="70788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B8081B4-5334-42A4-B9C9-1DD055B6C307}"/>
                </a:ext>
              </a:extLst>
            </p:cNvPr>
            <p:cNvSpPr/>
            <p:nvPr/>
          </p:nvSpPr>
          <p:spPr>
            <a:xfrm>
              <a:off x="7818902" y="47187"/>
              <a:ext cx="546100" cy="28259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B9708DF-B9ED-4640-A341-A8B5ED85987E}"/>
                </a:ext>
              </a:extLst>
            </p:cNvPr>
            <p:cNvSpPr/>
            <p:nvPr/>
          </p:nvSpPr>
          <p:spPr>
            <a:xfrm>
              <a:off x="7519005" y="-204780"/>
              <a:ext cx="1144865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0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a</a:t>
              </a:r>
              <a:r>
                <a:rPr lang="en-US" sz="4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-BB</a:t>
              </a:r>
              <a:endParaRPr lang="en-US" sz="40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2B234BA-BEAC-4A37-A8D6-881B448D3C25}"/>
              </a:ext>
            </a:extLst>
          </p:cNvPr>
          <p:cNvGrpSpPr/>
          <p:nvPr/>
        </p:nvGrpSpPr>
        <p:grpSpPr>
          <a:xfrm>
            <a:off x="5554475" y="5093705"/>
            <a:ext cx="546100" cy="707886"/>
            <a:chOff x="7829142" y="181169"/>
            <a:chExt cx="546100" cy="70788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715E22C-5A37-4958-B6E5-28D1E2881628}"/>
                </a:ext>
              </a:extLst>
            </p:cNvPr>
            <p:cNvSpPr/>
            <p:nvPr/>
          </p:nvSpPr>
          <p:spPr>
            <a:xfrm>
              <a:off x="7829142" y="330326"/>
              <a:ext cx="546100" cy="4095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54D784E-138D-4FAC-AFF0-2C660C172602}"/>
                </a:ext>
              </a:extLst>
            </p:cNvPr>
            <p:cNvSpPr/>
            <p:nvPr/>
          </p:nvSpPr>
          <p:spPr>
            <a:xfrm>
              <a:off x="7864452" y="181169"/>
              <a:ext cx="453971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b</a:t>
              </a:r>
              <a:endParaRPr lang="en-US" sz="40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0D39261-A52E-4C13-B488-CF79372577F3}"/>
              </a:ext>
            </a:extLst>
          </p:cNvPr>
          <p:cNvGrpSpPr/>
          <p:nvPr/>
        </p:nvGrpSpPr>
        <p:grpSpPr>
          <a:xfrm>
            <a:off x="5549899" y="59160"/>
            <a:ext cx="546100" cy="707886"/>
            <a:chOff x="7818388" y="-44024"/>
            <a:chExt cx="546100" cy="70788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BA75CD4-9F35-4973-8633-F1B9AE702915}"/>
                </a:ext>
              </a:extLst>
            </p:cNvPr>
            <p:cNvSpPr/>
            <p:nvPr/>
          </p:nvSpPr>
          <p:spPr>
            <a:xfrm>
              <a:off x="7818388" y="215900"/>
              <a:ext cx="546100" cy="4095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00FBACD-0D63-4544-8F93-83D086B9013C}"/>
                </a:ext>
              </a:extLst>
            </p:cNvPr>
            <p:cNvSpPr/>
            <p:nvPr/>
          </p:nvSpPr>
          <p:spPr>
            <a:xfrm>
              <a:off x="7943144" y="-44024"/>
              <a:ext cx="401072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</a:t>
              </a:r>
              <a:endParaRPr lang="en-US" sz="40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A4BD3F1-1FE8-4BD8-949D-EC19D9548C55}"/>
              </a:ext>
            </a:extLst>
          </p:cNvPr>
          <p:cNvGrpSpPr/>
          <p:nvPr/>
        </p:nvGrpSpPr>
        <p:grpSpPr>
          <a:xfrm>
            <a:off x="5493084" y="5621055"/>
            <a:ext cx="660758" cy="707886"/>
            <a:chOff x="7767751" y="-33914"/>
            <a:chExt cx="660758" cy="70788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A0DBCDE-E8F6-4E4F-95B8-215359AED9D3}"/>
                </a:ext>
              </a:extLst>
            </p:cNvPr>
            <p:cNvSpPr/>
            <p:nvPr/>
          </p:nvSpPr>
          <p:spPr>
            <a:xfrm>
              <a:off x="7818388" y="-33914"/>
              <a:ext cx="546100" cy="65938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0237777-A745-4154-AEB2-95C61BA26AEE}"/>
                </a:ext>
              </a:extLst>
            </p:cNvPr>
            <p:cNvSpPr/>
            <p:nvPr/>
          </p:nvSpPr>
          <p:spPr>
            <a:xfrm>
              <a:off x="7767751" y="-33914"/>
              <a:ext cx="660758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b="0" cap="none" spc="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c1</a:t>
              </a:r>
            </a:p>
          </p:txBody>
        </p:sp>
      </p:grp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9A278A-85B6-4F6C-8F5B-1D5AB3A546C6}"/>
              </a:ext>
            </a:extLst>
          </p:cNvPr>
          <p:cNvCxnSpPr/>
          <p:nvPr/>
        </p:nvCxnSpPr>
        <p:spPr>
          <a:xfrm>
            <a:off x="4292600" y="2244996"/>
            <a:ext cx="0" cy="11557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841B867-8ED2-4844-9E87-C808C3834F99}"/>
              </a:ext>
            </a:extLst>
          </p:cNvPr>
          <p:cNvGrpSpPr/>
          <p:nvPr/>
        </p:nvGrpSpPr>
        <p:grpSpPr>
          <a:xfrm>
            <a:off x="4735587" y="2016396"/>
            <a:ext cx="622810" cy="707886"/>
            <a:chOff x="7818388" y="-44024"/>
            <a:chExt cx="622810" cy="707886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E4E4325-CBB6-478E-9726-E16BC0DC7390}"/>
                </a:ext>
              </a:extLst>
            </p:cNvPr>
            <p:cNvSpPr/>
            <p:nvPr/>
          </p:nvSpPr>
          <p:spPr>
            <a:xfrm>
              <a:off x="7818388" y="215900"/>
              <a:ext cx="546100" cy="4095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0088688-44B1-406F-849A-D90288DBC1E9}"/>
                </a:ext>
              </a:extLst>
            </p:cNvPr>
            <p:cNvSpPr/>
            <p:nvPr/>
          </p:nvSpPr>
          <p:spPr>
            <a:xfrm>
              <a:off x="7846162" y="-44024"/>
              <a:ext cx="595036" cy="70788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4000" dirty="0">
                  <a:ln w="0"/>
                  <a:solidFill>
                    <a:srgbClr val="FF0000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</a:t>
              </a:r>
              <a:endParaRPr lang="en-US" sz="40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endParaRPr>
            </a:p>
          </p:txBody>
        </p:sp>
      </p:grp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99B39BC-BED2-4B2C-8170-4F3B69B4FF16}"/>
              </a:ext>
            </a:extLst>
          </p:cNvPr>
          <p:cNvCxnSpPr>
            <a:cxnSpLocks/>
          </p:cNvCxnSpPr>
          <p:nvPr/>
        </p:nvCxnSpPr>
        <p:spPr>
          <a:xfrm>
            <a:off x="5281687" y="2370339"/>
            <a:ext cx="634730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3ACD29E-FD53-4EB8-B0C0-50287D88F1AA}"/>
              </a:ext>
            </a:extLst>
          </p:cNvPr>
          <p:cNvCxnSpPr>
            <a:cxnSpLocks/>
          </p:cNvCxnSpPr>
          <p:nvPr/>
        </p:nvCxnSpPr>
        <p:spPr>
          <a:xfrm flipH="1">
            <a:off x="4291598" y="2372732"/>
            <a:ext cx="580873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54E44B8-401C-4D3F-9FC1-D69A00C6383A}"/>
              </a:ext>
            </a:extLst>
          </p:cNvPr>
          <p:cNvSpPr txBox="1"/>
          <p:nvPr/>
        </p:nvSpPr>
        <p:spPr>
          <a:xfrm>
            <a:off x="457200" y="363741"/>
            <a:ext cx="207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MDL</a:t>
            </a:r>
          </a:p>
        </p:txBody>
      </p:sp>
    </p:spTree>
    <p:extLst>
      <p:ext uri="{BB962C8B-B14F-4D97-AF65-F5344CB8AC3E}">
        <p14:creationId xmlns:p14="http://schemas.microsoft.com/office/powerpoint/2010/main" val="3921239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21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 Sochanek</dc:creator>
  <cp:lastModifiedBy>Josh Sochanek</cp:lastModifiedBy>
  <cp:revision>9</cp:revision>
  <cp:lastPrinted>2018-05-01T12:43:13Z</cp:lastPrinted>
  <dcterms:created xsi:type="dcterms:W3CDTF">2018-05-01T12:42:41Z</dcterms:created>
  <dcterms:modified xsi:type="dcterms:W3CDTF">2018-05-01T18:02:41Z</dcterms:modified>
</cp:coreProperties>
</file>