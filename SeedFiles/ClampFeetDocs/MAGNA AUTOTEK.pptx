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85D9-31A0-4124-9CD8-4FB098A01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830BB-B72B-44D3-946A-17F1F4330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AE130-D692-4BC8-A2EA-7BEF62D7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D40F-8EBF-439E-9697-B4304341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B64A-E1C8-4014-8343-7ADE6FB6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12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4C385-58C7-44CB-83BA-D5AB2046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E005-618A-4059-BB17-5E0AD8E67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D27BD-63F6-4C8A-AF2A-2F28F654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40867-D449-4C83-B5F5-993A90AA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F740A-4366-40F5-B72A-666C3FA9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5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8C8DD-85F8-4FEE-9507-18E36DD07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111B2-138C-4E19-BC0E-27CF476D5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C02B9-A697-45BA-81B9-0454D8909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A975B-C6E7-46ED-A8B7-F7423763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6A7CD-EC5F-4D93-83F6-26751156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0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4291-C0F9-4253-8EC5-197CD6E8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802B6-86C1-4459-A71F-86A66E4DE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C2E97-424C-483A-92AE-FFEBDCA01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549B2-6C6A-4D19-B7E6-948E81782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3F2CA-BEB9-436B-928B-610F61E0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58458-09E8-45C9-A591-CE2D625A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8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B7F8-ABEF-4E4C-AE4F-1F5708DD5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1FC9-6319-446B-93A7-A16F20189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F992E-7336-4B89-AC6B-0E47B4C57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14ED5F-DAE1-4923-8547-3C074E217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CDE53-34CB-4B18-8185-6168E5331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D822C-D019-4122-B673-7C0C16DB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6F4824-5C3E-493E-A797-0CEB96E7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70982-CFD3-4244-9700-2B5C251C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2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AC06-CCB9-4B4E-BF02-1C4B9A06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D4FC5-FE63-42B5-A4D7-8345D398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3CC7CC-6A92-4560-8844-3C36D05F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BD593-7BB9-4570-B431-DF838373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2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04CAF-8313-49E7-BCED-1E8997376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10E4D-8620-4D83-A5A1-69CD4D82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75B65-B7CE-4955-99C8-9A60EF51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74EB7-D97E-4CFC-A83A-8A02AE22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2F85-9B1D-4123-BD26-FD2D11F4A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6C475-200B-469B-878C-59F6D662A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E38C-637F-4C87-8CCC-D5D41F7D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27794-583A-4331-9BE3-95E6EE4F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57F5C-027A-46EE-A5C3-9DAA451E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4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2F15C-0CC5-429F-9763-1208F5A93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D9179-9DF2-4262-8D8E-B5069702E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CA824-7343-41C4-BEE0-804BD7EE9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73424-7F34-47C6-8D10-61383CDF7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1679C-A58F-4CE2-A683-D0A5FA70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AF4DF-6A19-48F0-9648-1602DFA1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CAA4-2707-4B03-897D-7992F798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9AD1C-8F65-43F0-8B5C-A92B82241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05BFB-C190-4110-8225-370D5C2B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6A5AB-DBB6-474F-A467-2E732228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07549-B283-4F7F-857C-FFBBD483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7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38A0D3-7FEA-478B-9A8E-CDE7722A8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7D929-69F3-4CC2-8A24-E5B850625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4CB15-1965-4BA2-A6A1-0AF38C4B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F4E02-C233-4D5C-9777-A6B75C22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8BC14-CB4F-4226-B7BA-45F42860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4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356D4-27AD-4AEA-BB41-41E88E0F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1F810-D6FE-4BCA-9A74-49A8F4F31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A0E4E-536A-4AAA-91A5-B27E61247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A19C3-A08E-4558-801F-5914FCEA00B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B7BE5-776B-4B2F-BE67-195C6E3E7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160D9-EA3E-4684-9D9B-2B963E8E8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0D26F-3ED1-4E0D-8C21-E3D86B99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5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E1697E-5D8C-423C-8D73-675345892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1633537"/>
            <a:ext cx="5895975" cy="3590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2206B6-4311-47F5-B24B-EAB70158B539}"/>
              </a:ext>
            </a:extLst>
          </p:cNvPr>
          <p:cNvSpPr txBox="1"/>
          <p:nvPr/>
        </p:nvSpPr>
        <p:spPr>
          <a:xfrm>
            <a:off x="3756453" y="1079158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125mm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36C03-27DC-4490-805C-F0379FE57A19}"/>
              </a:ext>
            </a:extLst>
          </p:cNvPr>
          <p:cNvSpPr txBox="1"/>
          <p:nvPr/>
        </p:nvSpPr>
        <p:spPr>
          <a:xfrm>
            <a:off x="1651685" y="3167389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135mm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9906A-D6D2-4341-9343-A61F2917944C}"/>
              </a:ext>
            </a:extLst>
          </p:cNvPr>
          <p:cNvSpPr txBox="1"/>
          <p:nvPr/>
        </p:nvSpPr>
        <p:spPr>
          <a:xfrm>
            <a:off x="3756452" y="5255622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35mm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06782-35F4-4937-B933-A24C1D5DE825}"/>
              </a:ext>
            </a:extLst>
          </p:cNvPr>
          <p:cNvSpPr txBox="1"/>
          <p:nvPr/>
        </p:nvSpPr>
        <p:spPr>
          <a:xfrm>
            <a:off x="5296928" y="3356800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98.5mm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FCE53C-6DA0-4D88-909A-19D644C65167}"/>
              </a:ext>
            </a:extLst>
          </p:cNvPr>
          <p:cNvSpPr txBox="1"/>
          <p:nvPr/>
        </p:nvSpPr>
        <p:spPr>
          <a:xfrm>
            <a:off x="6520247" y="4290631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63.5mm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4653A-3D44-4654-A90C-964D0C9B25EE}"/>
              </a:ext>
            </a:extLst>
          </p:cNvPr>
          <p:cNvSpPr txBox="1"/>
          <p:nvPr/>
        </p:nvSpPr>
        <p:spPr>
          <a:xfrm>
            <a:off x="3583459" y="370703"/>
            <a:ext cx="490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MAGNA AUTOTEK LOWER</a:t>
            </a:r>
          </a:p>
        </p:txBody>
      </p:sp>
    </p:spTree>
    <p:extLst>
      <p:ext uri="{BB962C8B-B14F-4D97-AF65-F5344CB8AC3E}">
        <p14:creationId xmlns:p14="http://schemas.microsoft.com/office/powerpoint/2010/main" val="405646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E1697E-5D8C-423C-8D73-675345892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1633537"/>
            <a:ext cx="5895975" cy="3590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2206B6-4311-47F5-B24B-EAB70158B539}"/>
              </a:ext>
            </a:extLst>
          </p:cNvPr>
          <p:cNvSpPr txBox="1"/>
          <p:nvPr/>
        </p:nvSpPr>
        <p:spPr>
          <a:xfrm>
            <a:off x="3756453" y="1079158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125mm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36C03-27DC-4490-805C-F0379FE57A19}"/>
              </a:ext>
            </a:extLst>
          </p:cNvPr>
          <p:cNvSpPr txBox="1"/>
          <p:nvPr/>
        </p:nvSpPr>
        <p:spPr>
          <a:xfrm>
            <a:off x="1651685" y="3167389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135mm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9906A-D6D2-4341-9343-A61F2917944C}"/>
              </a:ext>
            </a:extLst>
          </p:cNvPr>
          <p:cNvSpPr txBox="1"/>
          <p:nvPr/>
        </p:nvSpPr>
        <p:spPr>
          <a:xfrm>
            <a:off x="3756452" y="5255622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50mm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06782-35F4-4937-B933-A24C1D5DE825}"/>
              </a:ext>
            </a:extLst>
          </p:cNvPr>
          <p:cNvSpPr txBox="1"/>
          <p:nvPr/>
        </p:nvSpPr>
        <p:spPr>
          <a:xfrm>
            <a:off x="5296928" y="3356800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98.5mm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FCE53C-6DA0-4D88-909A-19D644C65167}"/>
              </a:ext>
            </a:extLst>
          </p:cNvPr>
          <p:cNvSpPr txBox="1"/>
          <p:nvPr/>
        </p:nvSpPr>
        <p:spPr>
          <a:xfrm>
            <a:off x="6520247" y="4290631"/>
            <a:ext cx="1598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63.5mm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4653A-3D44-4654-A90C-964D0C9B25EE}"/>
              </a:ext>
            </a:extLst>
          </p:cNvPr>
          <p:cNvSpPr txBox="1"/>
          <p:nvPr/>
        </p:nvSpPr>
        <p:spPr>
          <a:xfrm>
            <a:off x="3583459" y="370703"/>
            <a:ext cx="490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MAGNA AUTOTEK UPPER</a:t>
            </a:r>
          </a:p>
        </p:txBody>
      </p:sp>
    </p:spTree>
    <p:extLst>
      <p:ext uri="{BB962C8B-B14F-4D97-AF65-F5344CB8AC3E}">
        <p14:creationId xmlns:p14="http://schemas.microsoft.com/office/powerpoint/2010/main" val="623767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Barnes</dc:creator>
  <cp:lastModifiedBy>Chris Barnes</cp:lastModifiedBy>
  <cp:revision>2</cp:revision>
  <dcterms:created xsi:type="dcterms:W3CDTF">2018-09-11T13:46:45Z</dcterms:created>
  <dcterms:modified xsi:type="dcterms:W3CDTF">2018-09-11T13:50:39Z</dcterms:modified>
</cp:coreProperties>
</file>