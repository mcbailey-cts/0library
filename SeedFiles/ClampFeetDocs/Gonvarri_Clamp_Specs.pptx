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7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F306-4D1C-4AEB-A48B-2A49B99A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2E524-375F-4942-96CC-C47522EC0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CC2E3-77D4-4B7B-8AD5-E7AF661C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D768B-48D6-4323-ACF0-662F826A3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049FD-2A73-4ECB-98F1-7E2E16D0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9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A8DB1-8DCA-4B0B-99C6-5200CA83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BE771-970C-4A7F-A9F9-E18A464B0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973D1-5EC1-4E84-854D-11C0EA50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45836-11C1-446B-B0B9-57C4762B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B361A-312F-4C67-A417-CE22F146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0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5EB4-AF6F-4231-AC39-1A86271A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2C4D-D176-49F4-A1F2-5A0E188CA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A0223-83ED-4BCF-8100-D75E283B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A9ABE-2799-4E6C-A0A9-9746C373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8840B-5DE6-4E86-A4A9-C2009755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1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DA70-9382-4BE0-A181-1A4EABCF8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498C-13FE-4694-966E-9ACC55692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CA086-4567-40FE-987E-B14D44BA3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BA431-BFC6-4E12-A6EA-CF391B68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085C1-5206-4A3F-BBD0-E4B3066B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8CCC9-5AA7-4596-B14B-BDCD676A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0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F9D6-3ABB-4AB9-A5D4-EEF39481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79479-B700-4C3B-9D39-2E82AB539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3DCF0-2DBB-44B6-8157-195DBCAFB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15F62-DA33-41D2-9012-FC3BBC8D7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AF203-7235-4F4C-8B30-5AFF71B7C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5E091-68E6-44F6-BFAE-A4C30935C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75B0C-061A-4EE1-8E30-A89FFBBD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E2FEC-8616-4BE3-A014-EDB331C9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0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1FDF-E14A-4ABF-9D6F-794A2273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D2CEF-015F-4FBE-B3E1-B64EA20D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C90CB-6C62-4E63-9DBF-E69CAD47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D5345-9E32-446D-893C-13FDE8BD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2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C2A31-D465-497A-BFE7-104C7615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B0120-7C5A-498C-BB4D-EDAC4F6B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5D8C-F1A0-4DFF-AD31-6BDFCBDD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EBC9-45A5-4C09-B3EC-3EE281D7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66F78-FF54-40A9-923A-438788BD6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89D76-1924-4BA2-BE2E-C7FBEF2B3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64A87-5767-4CE4-B94D-07833CC9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F83AB-E459-443C-A152-E6E97C80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B07BD-B5C2-4CF8-BE6A-26BEABA4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7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D99A-CD0D-4E2C-93B9-B1AC33F8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86E70-681C-45FD-A7D4-0C332154F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3AC7B-6E77-48A0-822B-A08702827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F0396-5E74-4BBE-A14E-BF89FA5C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653F0-26D3-4834-9624-82EB54C50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78010-39C3-43A3-B99B-8EA9D2A1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7F5E-6E7D-4D7B-9BB9-6B2F6BA4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4EAD9-DB39-4F15-94DB-08A55F2E5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0816B-4AD6-4DC1-A1A9-667AA0A8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E3BC-C442-4D0D-93E3-B53E9521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5C82B-9F03-4A0F-8EF6-E14F59253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2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69E43-75DD-4BCA-A118-57E47CB9A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0E086-19A7-4A2F-8FC2-18264E449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E9B97-4463-4513-ABB5-6491A7C4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DCA1-A9E2-4EE8-8277-4E84FEFD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ED51A-D6EB-4CA0-87CF-9D88E94B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0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7F98D2-CD58-4481-BB53-0B153FC54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1ACB8-DF52-4DE7-AFA1-0B9C47843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1C7FB-1EFE-4468-94DD-D89656A12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93AED-DAE0-42BC-8CA7-2238AB607E78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0EC7-224F-4108-B3BE-0CC59F5F7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0B9D-0896-49B6-A0B1-287F5335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E3FBB-E587-4ACF-AF07-B19F5EF2A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9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14A5-AA17-4207-B5BE-14111B329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522D3-E620-4DCE-964F-15926294E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C26DB-257D-48A8-8F25-47A5A62F8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92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146E-12DE-4F7A-8738-C8E8FE5E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F6F1E1-BC6D-4B18-83FF-14993C9EF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86" y="1825625"/>
            <a:ext cx="3238427" cy="4351338"/>
          </a:xfrm>
        </p:spPr>
      </p:pic>
    </p:spTree>
    <p:extLst>
      <p:ext uri="{BB962C8B-B14F-4D97-AF65-F5344CB8AC3E}">
        <p14:creationId xmlns:p14="http://schemas.microsoft.com/office/powerpoint/2010/main" val="296287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D11A-18B8-4665-9BE8-8A54F467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7555C-9DDE-49EF-AB6D-0BC4B4A4E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196" y="1825625"/>
            <a:ext cx="3131608" cy="4351338"/>
          </a:xfrm>
        </p:spPr>
      </p:pic>
    </p:spTree>
    <p:extLst>
      <p:ext uri="{BB962C8B-B14F-4D97-AF65-F5344CB8AC3E}">
        <p14:creationId xmlns:p14="http://schemas.microsoft.com/office/powerpoint/2010/main" val="351162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A5DC-8C49-471F-ABB4-7E2C0F06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E3F8C-BC70-468B-9AE1-7DA968F38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566" y="1825625"/>
            <a:ext cx="3110867" cy="4351338"/>
          </a:xfrm>
        </p:spPr>
      </p:pic>
    </p:spTree>
    <p:extLst>
      <p:ext uri="{BB962C8B-B14F-4D97-AF65-F5344CB8AC3E}">
        <p14:creationId xmlns:p14="http://schemas.microsoft.com/office/powerpoint/2010/main" val="55309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</dc:creator>
  <cp:lastModifiedBy>Dan</cp:lastModifiedBy>
  <cp:revision>2</cp:revision>
  <dcterms:created xsi:type="dcterms:W3CDTF">2020-12-03T19:49:20Z</dcterms:created>
  <dcterms:modified xsi:type="dcterms:W3CDTF">2020-12-03T19:52:02Z</dcterms:modified>
</cp:coreProperties>
</file>