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0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12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6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6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4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1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8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1EDAB-D410-4D1A-B74A-7349E49CC477}" type="datetimeFigureOut">
              <a:rPr lang="en-US" smtClean="0"/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1BCB7-BFAF-404F-B35F-E302B8349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5620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Die Mounting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50076"/>
            <a:ext cx="4224421" cy="31683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242" y="2150076"/>
            <a:ext cx="4251158" cy="31883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5534526"/>
            <a:ext cx="789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Slot in either die shoe or parallels. Slots must be 1.125” wide by min of 3” deep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1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01FB8EFA849245ABC4115AA8BAA1A5" ma:contentTypeVersion="81" ma:contentTypeDescription="Create a new document." ma:contentTypeScope="" ma:versionID="94d2c0280a810c0eced7fe6b647b2ec1">
  <xsd:schema xmlns:xsd="http://www.w3.org/2001/XMLSchema" xmlns:xs="http://www.w3.org/2001/XMLSchema" xmlns:p="http://schemas.microsoft.com/office/2006/metadata/properties" xmlns:ns2="38f8b4e6-74ce-4965-af09-fae2437c3b26" xmlns:ns3="fd8b26be-cb79-41f1-8109-274f4f7eb448" targetNamespace="http://schemas.microsoft.com/office/2006/metadata/properties" ma:root="true" ma:fieldsID="5506829f0668aad2293337acef0ac461" ns2:_="" ns3:_="">
    <xsd:import namespace="38f8b4e6-74ce-4965-af09-fae2437c3b26"/>
    <xsd:import namespace="fd8b26be-cb79-41f1-8109-274f4f7eb44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Recieved" minOccurs="0"/>
                <xsd:element ref="ns3:Revision_Level" minOccurs="0"/>
                <xsd:element ref="ns3:MediaServiceAutoTags" minOccurs="0"/>
                <xsd:element ref="ns3:MediaServiceOCR" minOccurs="0"/>
                <xsd:element ref="ns3:Obsolete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8b4e6-74ce-4965-af09-fae2437c3b2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8b26be-cb79-41f1-8109-274f4f7eb4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Recieved" ma:index="14" nillable="true" ma:displayName="Recieved" ma:internalName="Recieved">
      <xsd:simpleType>
        <xsd:restriction base="dms:Text">
          <xsd:maxLength value="255"/>
        </xsd:restriction>
      </xsd:simpleType>
    </xsd:element>
    <xsd:element name="Revision_Level" ma:index="15" nillable="true" ma:displayName="Revision_Level" ma:internalName="Revision_Level">
      <xsd:simpleType>
        <xsd:restriction base="dms:Text">
          <xsd:maxLength value="255"/>
        </xsd:restriction>
      </xsd:simpleType>
    </xsd:element>
    <xsd:element name="MediaServiceAutoTags" ma:index="16" nillable="true" ma:displayName="MediaServiceAutoTags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Obsolete" ma:index="18" nillable="true" ma:displayName="Obsolete" ma:internalName="Obsolete">
      <xsd:simpleType>
        <xsd:restriction base="dms:Text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8f8b4e6-74ce-4965-af09-fae2437c3b26">364SW6Z4PNJ6-848411091-5785</_dlc_DocId>
    <_dlc_DocIdUrl xmlns="38f8b4e6-74ce-4965-af09-fae2437c3b26">
      <Url>https://toolingsystemsgroup.sharepoint.com/TSG/PM20/_layouts/15/DocIdRedir.aspx?ID=364SW6Z4PNJ6-848411091-5785</Url>
      <Description>364SW6Z4PNJ6-848411091-5785</Description>
    </_dlc_DocIdUrl>
    <Recieved xmlns="fd8b26be-cb79-41f1-8109-274f4f7eb448">2018-10-29</Recieved>
    <Obsolete xmlns="fd8b26be-cb79-41f1-8109-274f4f7eb448" xsi:nil="true"/>
    <Revision_Level xmlns="fd8b26be-cb79-41f1-8109-274f4f7eb448" xsi:nil="true"/>
  </documentManagement>
</p:properties>
</file>

<file path=customXml/itemProps1.xml><?xml version="1.0" encoding="utf-8"?>
<ds:datastoreItem xmlns:ds="http://schemas.openxmlformats.org/officeDocument/2006/customXml" ds:itemID="{E625A5ED-9766-4BC5-B85F-AB06A1B7C7E1}"/>
</file>

<file path=customXml/itemProps2.xml><?xml version="1.0" encoding="utf-8"?>
<ds:datastoreItem xmlns:ds="http://schemas.openxmlformats.org/officeDocument/2006/customXml" ds:itemID="{9492052F-5569-4E3A-AA4A-560E931C54BC}"/>
</file>

<file path=customXml/itemProps3.xml><?xml version="1.0" encoding="utf-8"?>
<ds:datastoreItem xmlns:ds="http://schemas.openxmlformats.org/officeDocument/2006/customXml" ds:itemID="{1FB64EB7-C252-468D-A538-C01A732DB189}"/>
</file>

<file path=customXml/itemProps4.xml><?xml version="1.0" encoding="utf-8"?>
<ds:datastoreItem xmlns:ds="http://schemas.openxmlformats.org/officeDocument/2006/customXml" ds:itemID="{2E699ADD-5F58-4529-B50D-0654F91ED15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Die Mounting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Mounting</dc:title>
  <dc:creator>Todd Coulter</dc:creator>
  <cp:lastModifiedBy>Todd Coulter</cp:lastModifiedBy>
  <cp:revision>1</cp:revision>
  <dcterms:created xsi:type="dcterms:W3CDTF">2018-10-26T17:00:13Z</dcterms:created>
  <dcterms:modified xsi:type="dcterms:W3CDTF">2018-10-26T17:00:17Z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0x010100E301FB8EFA849245ABC4115AA8BAA1A5</vt:lpwstr>
  </property>
  <property fmtid="{D5CDD505-2E9C-101B-9397-08002B2CF9AE}" pid="3" name="_dlc_DocIdItemGuid">
    <vt:lpwstr>b7720dda-0fd3-4741-84a5-70f54d2ad7ba</vt:lpwstr>
  </property>
</Properties>
</file>