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54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3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0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3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81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0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9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1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0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2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A75D0-8CDC-488F-8CB0-8B4DC3476077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AD13D-A732-4011-913E-D9A10071C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4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85800"/>
            <a:ext cx="744855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799"/>
            <a:ext cx="6096000" cy="492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014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Library Duane</dc:creator>
  <cp:lastModifiedBy>Library Duane</cp:lastModifiedBy>
  <cp:revision>1</cp:revision>
  <dcterms:created xsi:type="dcterms:W3CDTF">2017-06-12T11:39:52Z</dcterms:created>
  <dcterms:modified xsi:type="dcterms:W3CDTF">2017-06-12T11:41:51Z</dcterms:modified>
</cp:coreProperties>
</file>