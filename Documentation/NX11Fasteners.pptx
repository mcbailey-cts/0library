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6" r:id="rId7"/>
    <p:sldId id="260" r:id="rId8"/>
    <p:sldId id="261" r:id="rId9"/>
    <p:sldId id="268" r:id="rId10"/>
    <p:sldId id="273" r:id="rId11"/>
    <p:sldId id="262" r:id="rId12"/>
    <p:sldId id="263" r:id="rId13"/>
    <p:sldId id="264" r:id="rId14"/>
    <p:sldId id="265" r:id="rId15"/>
    <p:sldId id="266" r:id="rId16"/>
    <p:sldId id="274" r:id="rId17"/>
    <p:sldId id="267" r:id="rId18"/>
    <p:sldId id="269" r:id="rId19"/>
    <p:sldId id="270" r:id="rId20"/>
    <p:sldId id="272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4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1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9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7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8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9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1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3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5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1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1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7936D-8F2D-4B83-B525-BAE0D739403E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64668-9E80-485B-A15C-DB402D45D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0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NX11 - Fasteners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Named Faces</a:t>
            </a:r>
          </a:p>
        </p:txBody>
      </p:sp>
    </p:spTree>
    <p:extLst>
      <p:ext uri="{BB962C8B-B14F-4D97-AF65-F5344CB8AC3E}">
        <p14:creationId xmlns:p14="http://schemas.microsoft.com/office/powerpoint/2010/main" val="132509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SHCS – Reference Sets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22437"/>
            <a:ext cx="847838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413206"/>
            <a:ext cx="881025" cy="1987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911" y="1722437"/>
            <a:ext cx="794012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234" y="4413205"/>
            <a:ext cx="851680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20" y="1722436"/>
            <a:ext cx="990600" cy="1837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4547414"/>
            <a:ext cx="2286000" cy="1852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85455" y="136718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043873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CBORE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2257" y="1353104"/>
            <a:ext cx="181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&amp; SHORT TAP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581" y="4043874"/>
            <a:ext cx="1976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CLR_SCREW_HEAD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4712" y="1349594"/>
            <a:ext cx="140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SLOT_CBORE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6675" y="4043873"/>
            <a:ext cx="143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BODY_EDGES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878D93-F6A3-425D-837D-B32BB07339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9996" y="1748161"/>
            <a:ext cx="706351" cy="18374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8D233D-20E8-4BF0-9160-2EEE5B45893A}"/>
              </a:ext>
            </a:extLst>
          </p:cNvPr>
          <p:cNvSpPr txBox="1"/>
          <p:nvPr/>
        </p:nvSpPr>
        <p:spPr>
          <a:xfrm>
            <a:off x="4622542" y="1353104"/>
            <a:ext cx="1721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HARD_TAP_CLR</a:t>
            </a:r>
          </a:p>
        </p:txBody>
      </p:sp>
    </p:spTree>
    <p:extLst>
      <p:ext uri="{BB962C8B-B14F-4D97-AF65-F5344CB8AC3E}">
        <p14:creationId xmlns:p14="http://schemas.microsoft.com/office/powerpoint/2010/main" val="288728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SHCS_BODY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57400"/>
            <a:ext cx="1649076" cy="376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14800" y="2286000"/>
            <a:ext cx="3886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SHCS_BODY_TOP</a:t>
            </a:r>
          </a:p>
          <a:p>
            <a:endParaRPr lang="en-US" dirty="0"/>
          </a:p>
          <a:p>
            <a:r>
              <a:rPr lang="en-US" dirty="0"/>
              <a:t>SHCS_BODY_HEAD_DIA</a:t>
            </a:r>
          </a:p>
          <a:p>
            <a:endParaRPr lang="en-US" dirty="0"/>
          </a:p>
          <a:p>
            <a:r>
              <a:rPr lang="en-US" dirty="0"/>
              <a:t>SHCS_BODY_HEAD_DEPTH</a:t>
            </a:r>
          </a:p>
          <a:p>
            <a:endParaRPr lang="en-US" dirty="0"/>
          </a:p>
          <a:p>
            <a:r>
              <a:rPr lang="en-US" dirty="0"/>
              <a:t>SHCS_BODY_CHECK_DIA</a:t>
            </a:r>
          </a:p>
          <a:p>
            <a:endParaRPr lang="en-US" dirty="0"/>
          </a:p>
          <a:p>
            <a:r>
              <a:rPr lang="en-US" dirty="0"/>
              <a:t>SHCS_BODY_CHECK_DEPTH</a:t>
            </a:r>
          </a:p>
          <a:p>
            <a:endParaRPr lang="en-US" dirty="0"/>
          </a:p>
          <a:p>
            <a:r>
              <a:rPr lang="en-US" dirty="0"/>
              <a:t>SHCS_BODY_THREAD_DIA</a:t>
            </a:r>
          </a:p>
          <a:p>
            <a:endParaRPr lang="en-US" dirty="0"/>
          </a:p>
          <a:p>
            <a:endParaRPr lang="en-US" sz="1200" dirty="0"/>
          </a:p>
          <a:p>
            <a:r>
              <a:rPr lang="en-US" dirty="0"/>
              <a:t>SHCS_BODY_BOTTOM</a:t>
            </a:r>
          </a:p>
        </p:txBody>
      </p:sp>
      <p:cxnSp>
        <p:nvCxnSpPr>
          <p:cNvPr id="6" name="Elbow Connector 5"/>
          <p:cNvCxnSpPr>
            <a:stCxn id="1026" idx="0"/>
          </p:cNvCxnSpPr>
          <p:nvPr/>
        </p:nvCxnSpPr>
        <p:spPr>
          <a:xfrm rot="16200000" flipH="1">
            <a:off x="2774470" y="1174268"/>
            <a:ext cx="457200" cy="2223464"/>
          </a:xfrm>
          <a:prstGeom prst="bentConnector4">
            <a:avLst>
              <a:gd name="adj1" fmla="val -50000"/>
              <a:gd name="adj2" fmla="val 685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667000" y="2819400"/>
            <a:ext cx="14478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2590800" y="3124200"/>
            <a:ext cx="1524000" cy="457200"/>
          </a:xfrm>
          <a:prstGeom prst="bentConnector3">
            <a:avLst>
              <a:gd name="adj1" fmla="val -174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412883" y="3745683"/>
            <a:ext cx="1676400" cy="384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430710" y="4191000"/>
            <a:ext cx="16764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387367" y="4953000"/>
            <a:ext cx="1727433" cy="2464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026" idx="2"/>
          </p:cNvCxnSpPr>
          <p:nvPr/>
        </p:nvCxnSpPr>
        <p:spPr>
          <a:xfrm rot="16200000" flipH="1">
            <a:off x="2934410" y="4778291"/>
            <a:ext cx="137320" cy="222346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83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SHCS_CBORE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94" y="2057400"/>
            <a:ext cx="1837306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86200" y="1968817"/>
            <a:ext cx="31242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SHCS_CBORE_TOP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SHCS_CBORE_HEAD_DIA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SHCS_CBORE_DEPTH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SHCS_CBORE_HOLECHART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dirty="0"/>
              <a:t>SHCS_CBORE_BOTTOM</a:t>
            </a:r>
          </a:p>
        </p:txBody>
      </p:sp>
      <p:cxnSp>
        <p:nvCxnSpPr>
          <p:cNvPr id="6" name="Elbow Connector 5"/>
          <p:cNvCxnSpPr>
            <a:stCxn id="2050" idx="0"/>
          </p:cNvCxnSpPr>
          <p:nvPr/>
        </p:nvCxnSpPr>
        <p:spPr>
          <a:xfrm rot="16200000" flipH="1">
            <a:off x="2855373" y="1102774"/>
            <a:ext cx="76200" cy="1985453"/>
          </a:xfrm>
          <a:prstGeom prst="bentConnector4">
            <a:avLst>
              <a:gd name="adj1" fmla="val -300000"/>
              <a:gd name="adj2" fmla="val 7313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743200" y="2819400"/>
            <a:ext cx="11430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2667000" y="3810000"/>
            <a:ext cx="1295400" cy="304800"/>
          </a:xfrm>
          <a:prstGeom prst="bentConnector3">
            <a:avLst>
              <a:gd name="adj1" fmla="val -51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438400" y="4648200"/>
            <a:ext cx="15240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/>
          <p:nvPr/>
        </p:nvCxnSpPr>
        <p:spPr>
          <a:xfrm>
            <a:off x="2245773" y="6172200"/>
            <a:ext cx="1640427" cy="228600"/>
          </a:xfrm>
          <a:prstGeom prst="bentConnector3">
            <a:avLst>
              <a:gd name="adj1" fmla="val -116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43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SHCS_TAP &amp; SHORT_TAP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05000"/>
            <a:ext cx="1843344" cy="406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86200" y="1828800"/>
            <a:ext cx="35052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SHCS_TAP_TOP</a:t>
            </a:r>
          </a:p>
          <a:p>
            <a:r>
              <a:rPr lang="en-US" dirty="0"/>
              <a:t>(SHCS_SHORT_TAP_TOP)</a:t>
            </a:r>
          </a:p>
          <a:p>
            <a:endParaRPr lang="en-US" dirty="0"/>
          </a:p>
          <a:p>
            <a:r>
              <a:rPr lang="en-US" dirty="0"/>
              <a:t>SHCS_TAP_HOLECHART</a:t>
            </a:r>
          </a:p>
          <a:p>
            <a:r>
              <a:rPr lang="en-US" dirty="0"/>
              <a:t>(SHCS_SHORT_TAP_HOLECHART)</a:t>
            </a:r>
          </a:p>
          <a:p>
            <a:endParaRPr lang="en-US" dirty="0"/>
          </a:p>
          <a:p>
            <a:endParaRPr lang="en-US" sz="2000" dirty="0"/>
          </a:p>
          <a:p>
            <a:r>
              <a:rPr lang="en-US" dirty="0"/>
              <a:t>SHCS_TAP_DEPTH</a:t>
            </a:r>
          </a:p>
          <a:p>
            <a:r>
              <a:rPr lang="en-US" dirty="0"/>
              <a:t>(SHCS_SHORT_TAP_DEPTH)</a:t>
            </a:r>
          </a:p>
          <a:p>
            <a:endParaRPr lang="en-US" dirty="0"/>
          </a:p>
          <a:p>
            <a:r>
              <a:rPr lang="en-US" dirty="0"/>
              <a:t>SHCS_TAP_DRILL_DIA</a:t>
            </a:r>
          </a:p>
          <a:p>
            <a:r>
              <a:rPr lang="en-US" dirty="0"/>
              <a:t>(SHCS_SHORT_TAP_DRILL_DIA)</a:t>
            </a:r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r>
              <a:rPr lang="en-US" dirty="0"/>
              <a:t>SHCS_TAP_BOTTOM</a:t>
            </a:r>
          </a:p>
          <a:p>
            <a:r>
              <a:rPr lang="en-US" dirty="0"/>
              <a:t>(SHCS_SHORT_TAP_BOTTOM)</a:t>
            </a:r>
          </a:p>
        </p:txBody>
      </p:sp>
      <p:cxnSp>
        <p:nvCxnSpPr>
          <p:cNvPr id="6" name="Elbow Connector 5"/>
          <p:cNvCxnSpPr/>
          <p:nvPr/>
        </p:nvCxnSpPr>
        <p:spPr>
          <a:xfrm rot="16200000" flipH="1">
            <a:off x="2855374" y="969856"/>
            <a:ext cx="76200" cy="1985453"/>
          </a:xfrm>
          <a:prstGeom prst="bentConnector4">
            <a:avLst>
              <a:gd name="adj1" fmla="val -300000"/>
              <a:gd name="adj2" fmla="val 7313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743201" y="2686482"/>
            <a:ext cx="11430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>
            <a:off x="2743201" y="3829482"/>
            <a:ext cx="1142999" cy="152400"/>
          </a:xfrm>
          <a:prstGeom prst="bentConnector3">
            <a:avLst>
              <a:gd name="adj1" fmla="val -6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590800" y="4515282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362200" y="5638800"/>
            <a:ext cx="1524001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322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SHCS_HARD_TAP_CLR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0638" y="1336119"/>
            <a:ext cx="45720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SHCS_HARD_TAP_CLR_TOP</a:t>
            </a:r>
          </a:p>
          <a:p>
            <a:endParaRPr lang="en-US" dirty="0"/>
          </a:p>
          <a:p>
            <a:r>
              <a:rPr lang="en-US" dirty="0"/>
              <a:t>SHCS_HARD_TAP_CLR_CLR</a:t>
            </a:r>
            <a:endParaRPr lang="en-US" sz="2000" dirty="0"/>
          </a:p>
          <a:p>
            <a:r>
              <a:rPr lang="en-US" dirty="0"/>
              <a:t>SHCS_HARD_TAP_CLR_CLR_BOTTOM</a:t>
            </a:r>
          </a:p>
          <a:p>
            <a:endParaRPr lang="en-US" sz="1400" dirty="0"/>
          </a:p>
          <a:p>
            <a:r>
              <a:rPr lang="en-US" dirty="0"/>
              <a:t>SHCS_HARD_TAP_CLR_HOLECHART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  <a:p>
            <a:r>
              <a:rPr lang="en-US" dirty="0"/>
              <a:t>SHCS_HARD_TAP_CLR_DEPTH</a:t>
            </a:r>
          </a:p>
          <a:p>
            <a:endParaRPr lang="en-US" sz="800" dirty="0"/>
          </a:p>
          <a:p>
            <a:r>
              <a:rPr lang="en-US" dirty="0"/>
              <a:t>SHCS_HARD_TAP_CLR_DIA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SHCS_HARD_TAP_CLR_BOTTOM</a:t>
            </a:r>
          </a:p>
        </p:txBody>
      </p:sp>
      <p:cxnSp>
        <p:nvCxnSpPr>
          <p:cNvPr id="6" name="Elbow Connector 5"/>
          <p:cNvCxnSpPr>
            <a:cxnSpLocks/>
            <a:stCxn id="10" idx="0"/>
          </p:cNvCxnSpPr>
          <p:nvPr/>
        </p:nvCxnSpPr>
        <p:spPr>
          <a:xfrm rot="5400000" flipH="1" flipV="1">
            <a:off x="2697888" y="536913"/>
            <a:ext cx="277426" cy="225160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661A46F-028B-4732-B624-7237DA72E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801" y="1801427"/>
            <a:ext cx="1759998" cy="4578373"/>
          </a:xfrm>
          <a:prstGeom prst="rect">
            <a:avLst/>
          </a:prstGeom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388834" y="2204812"/>
            <a:ext cx="1573568" cy="137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cxnSpLocks/>
          </p:cNvCxnSpPr>
          <p:nvPr/>
        </p:nvCxnSpPr>
        <p:spPr>
          <a:xfrm>
            <a:off x="2286000" y="4847682"/>
            <a:ext cx="1600200" cy="173626"/>
          </a:xfrm>
          <a:prstGeom prst="bentConnector3">
            <a:avLst>
              <a:gd name="adj1" fmla="val 624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2362200" y="2826465"/>
            <a:ext cx="160020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2209800" y="5405097"/>
            <a:ext cx="1676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852815-D431-4C77-83E4-C7ABF25BCEDE}"/>
              </a:ext>
            </a:extLst>
          </p:cNvPr>
          <p:cNvCxnSpPr>
            <a:cxnSpLocks/>
          </p:cNvCxnSpPr>
          <p:nvPr/>
        </p:nvCxnSpPr>
        <p:spPr>
          <a:xfrm>
            <a:off x="2489817" y="1982534"/>
            <a:ext cx="1472585" cy="819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0F4B5E4-C186-4758-B58D-F1ACF78B81C0}"/>
              </a:ext>
            </a:extLst>
          </p:cNvPr>
          <p:cNvCxnSpPr>
            <a:cxnSpLocks/>
          </p:cNvCxnSpPr>
          <p:nvPr/>
        </p:nvCxnSpPr>
        <p:spPr>
          <a:xfrm>
            <a:off x="2066276" y="6096000"/>
            <a:ext cx="1819924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02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SHCS_CLR_SCREW_HEAD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89" y="1600200"/>
            <a:ext cx="199191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86200" y="1785640"/>
            <a:ext cx="36576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SHCS_CLR_SCREW_HEAD_TOP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SHCS_CLR_SCREW_HEAD_DIA</a:t>
            </a:r>
          </a:p>
          <a:p>
            <a:endParaRPr lang="en-US" dirty="0"/>
          </a:p>
          <a:p>
            <a:endParaRPr lang="en-US" sz="2000" dirty="0"/>
          </a:p>
          <a:p>
            <a:r>
              <a:rPr lang="en-US" dirty="0"/>
              <a:t>SHCS_CLR_SCREW_HEAD_DEPTH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SHCS_CLR_SCREW_HEAD_THREAD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dirty="0"/>
              <a:t>SHCS_CLR_SCREW_HEAD_BOTTOM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743201" y="2686482"/>
            <a:ext cx="1219199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>
            <a:off x="2667000" y="3505200"/>
            <a:ext cx="1295400" cy="152400"/>
          </a:xfrm>
          <a:prstGeom prst="bentConnector3">
            <a:avLst>
              <a:gd name="adj1" fmla="val -51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476500" y="4191000"/>
            <a:ext cx="14859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362200" y="1981200"/>
            <a:ext cx="1600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362200" y="6021198"/>
            <a:ext cx="1524000" cy="152400"/>
          </a:xfrm>
          <a:prstGeom prst="bentConnector3">
            <a:avLst>
              <a:gd name="adj1" fmla="val -6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94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SHCS_SLOT_CBORE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9800" y="1540747"/>
            <a:ext cx="3048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SHCS_SLOT_CBORE_TOP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SHCS_SLOT_CBORE_HEAD_FLAT2</a:t>
            </a:r>
          </a:p>
          <a:p>
            <a:endParaRPr lang="en-US" sz="1400" dirty="0"/>
          </a:p>
          <a:p>
            <a:r>
              <a:rPr lang="en-US" sz="1400" dirty="0"/>
              <a:t>SHCS_SLOT_CBORE_HEAD_RADIUS2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SHCS_SLOT_CBORE_DEPTH</a:t>
            </a:r>
          </a:p>
          <a:p>
            <a:endParaRPr lang="en-US" sz="1600" dirty="0"/>
          </a:p>
          <a:p>
            <a:r>
              <a:rPr lang="en-US" sz="1400" dirty="0"/>
              <a:t>SHCS_SLOT_CBORE_THREAD_FLAT2</a:t>
            </a:r>
          </a:p>
          <a:p>
            <a:endParaRPr lang="en-US" sz="1400" dirty="0"/>
          </a:p>
          <a:p>
            <a:endParaRPr lang="en-US" sz="800" dirty="0"/>
          </a:p>
          <a:p>
            <a:r>
              <a:rPr lang="en-US" sz="1400" dirty="0"/>
              <a:t>SHCS_SLOT_CBORE_THREAD_RADIUS2</a:t>
            </a:r>
          </a:p>
          <a:p>
            <a:endParaRPr lang="en-US" sz="1400" dirty="0"/>
          </a:p>
          <a:p>
            <a:endParaRPr lang="en-US" sz="2000" dirty="0"/>
          </a:p>
          <a:p>
            <a:endParaRPr lang="en-US" sz="800" dirty="0"/>
          </a:p>
          <a:p>
            <a:r>
              <a:rPr lang="en-US" sz="1400" dirty="0"/>
              <a:t>SHCS_SLOT_CBORE_BOTTOM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479" y="1978848"/>
            <a:ext cx="1973043" cy="3659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04800" y="2265377"/>
            <a:ext cx="3048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SHCS_SLOT_CBORE_HEAD_FLAT1</a:t>
            </a:r>
          </a:p>
          <a:p>
            <a:endParaRPr lang="en-US" dirty="0"/>
          </a:p>
          <a:p>
            <a:r>
              <a:rPr lang="en-US" sz="1400" dirty="0"/>
              <a:t>SHCS_SLOT_CBORE_HEAD_RADIUS1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2400" dirty="0"/>
          </a:p>
          <a:p>
            <a:r>
              <a:rPr lang="en-US" sz="1400" dirty="0"/>
              <a:t>SHCS_SLOT_CBORE_THREAD_FLAT1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SHCS_SLOT_CBORE_THREAD_RADIUS1</a:t>
            </a:r>
          </a:p>
          <a:p>
            <a:endParaRPr lang="en-US" sz="1400" dirty="0"/>
          </a:p>
          <a:p>
            <a:endParaRPr lang="en-US" sz="10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257800" y="2648824"/>
            <a:ext cx="7620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>
            <a:off x="5410200" y="3808749"/>
            <a:ext cx="609600" cy="153651"/>
          </a:xfrm>
          <a:prstGeom prst="bentConnector3">
            <a:avLst>
              <a:gd name="adj1" fmla="val -9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119840" y="4572000"/>
            <a:ext cx="899960" cy="240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/>
          <p:cNvCxnSpPr/>
          <p:nvPr/>
        </p:nvCxnSpPr>
        <p:spPr>
          <a:xfrm>
            <a:off x="5029200" y="5484999"/>
            <a:ext cx="990600" cy="230001"/>
          </a:xfrm>
          <a:prstGeom prst="bentConnector3">
            <a:avLst>
              <a:gd name="adj1" fmla="val 3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8000" y="2667000"/>
            <a:ext cx="7620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209488" y="4919026"/>
            <a:ext cx="838200" cy="2625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4913837" y="2209800"/>
            <a:ext cx="1105963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799537" y="4191000"/>
            <a:ext cx="1220263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2971800" y="4158912"/>
            <a:ext cx="1371600" cy="368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2743200" y="2133600"/>
            <a:ext cx="1465976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Elbow Connector 3"/>
          <p:cNvCxnSpPr/>
          <p:nvPr/>
        </p:nvCxnSpPr>
        <p:spPr>
          <a:xfrm flipV="1">
            <a:off x="4913837" y="1676400"/>
            <a:ext cx="1105963" cy="302451"/>
          </a:xfrm>
          <a:prstGeom prst="bentConnector3">
            <a:avLst>
              <a:gd name="adj1" fmla="val -178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47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SHCS BODY EDGES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30" y="1627177"/>
            <a:ext cx="5397337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457930" y="3276600"/>
            <a:ext cx="26954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BODY_EDGE_MINIMUM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BODY_EDGE_TRIM_STEEL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BODY_EDGE_EYE_BOLT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629130" y="3509159"/>
            <a:ext cx="18288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1"/>
          </p:cNvCxnSpPr>
          <p:nvPr/>
        </p:nvCxnSpPr>
        <p:spPr>
          <a:xfrm>
            <a:off x="4086330" y="4038600"/>
            <a:ext cx="1371600" cy="2536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238730" y="4876800"/>
            <a:ext cx="12192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42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Dowels – Reference Sets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01" y="1714499"/>
            <a:ext cx="844914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962399"/>
            <a:ext cx="588369" cy="2088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057" y="1676400"/>
            <a:ext cx="502046" cy="20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513" y="4100080"/>
            <a:ext cx="551134" cy="2016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57" y="1676400"/>
            <a:ext cx="388419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03784" y="13393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376" y="3593067"/>
            <a:ext cx="84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CBORE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7995" y="1339334"/>
            <a:ext cx="245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REAM &amp; REAM_SHORT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3916" y="3777733"/>
            <a:ext cx="116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CLR_HOLE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968" y="1307068"/>
            <a:ext cx="1457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BLIND_REAM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649" y="4776803"/>
            <a:ext cx="1375834" cy="136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6487283" y="4407471"/>
            <a:ext cx="134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BODY_EDGE</a:t>
            </a:r>
          </a:p>
        </p:txBody>
      </p:sp>
    </p:spTree>
    <p:extLst>
      <p:ext uri="{BB962C8B-B14F-4D97-AF65-F5344CB8AC3E}">
        <p14:creationId xmlns:p14="http://schemas.microsoft.com/office/powerpoint/2010/main" val="1113783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DWL_BODY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33600"/>
            <a:ext cx="1911135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168391" y="2057400"/>
            <a:ext cx="259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DWL_BODY_TOP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DWL_BODY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DWL_BODY_BOTTOM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133600" y="2209800"/>
            <a:ext cx="2034791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438400" y="3890661"/>
            <a:ext cx="1729991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438400" y="5562600"/>
            <a:ext cx="172999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78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DWL_CBORE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057400"/>
            <a:ext cx="2819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DWL_CBORE_TOP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DWL_CBORE_CLR_DIA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DWL_CBORE_CLR_DEPTH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DWL_CBORE_HOLECHART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DWL_CBORE_BOTTOM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83358"/>
            <a:ext cx="1136429" cy="403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V="1">
            <a:off x="1828800" y="2209800"/>
            <a:ext cx="16002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133600" y="30480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5" idx="1"/>
          </p:cNvCxnSpPr>
          <p:nvPr/>
        </p:nvCxnSpPr>
        <p:spPr>
          <a:xfrm>
            <a:off x="2133600" y="3581400"/>
            <a:ext cx="1295400" cy="3226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113085" y="4724400"/>
            <a:ext cx="13958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828800" y="5562600"/>
            <a:ext cx="1680168" cy="3405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576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DWL_REAM &amp; REAM_SHORT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7" y="1676400"/>
            <a:ext cx="112970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00530" y="1524000"/>
            <a:ext cx="353367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DWL_REAM_TOP</a:t>
            </a:r>
          </a:p>
          <a:p>
            <a:r>
              <a:rPr lang="en-US" sz="1600" i="1" dirty="0"/>
              <a:t>DWL_REAM_SHORT_TOP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DWL_REAM_HOLECHART</a:t>
            </a:r>
          </a:p>
          <a:p>
            <a:r>
              <a:rPr lang="en-US" sz="1600" i="1" dirty="0"/>
              <a:t>DWL_REAM_SHORT_HOLECHART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DWL_REAM_DEPTH</a:t>
            </a:r>
          </a:p>
          <a:p>
            <a:r>
              <a:rPr lang="en-US" sz="1600" i="1" dirty="0"/>
              <a:t>DWL_REAM_SHORT_DEPTH</a:t>
            </a:r>
          </a:p>
          <a:p>
            <a:endParaRPr lang="en-US" sz="800" dirty="0"/>
          </a:p>
          <a:p>
            <a:r>
              <a:rPr lang="en-US" dirty="0"/>
              <a:t>DWL_REAM_DRILL_DIA</a:t>
            </a:r>
          </a:p>
          <a:p>
            <a:r>
              <a:rPr lang="en-US" sz="1600" i="1" dirty="0"/>
              <a:t>DWL_REAM_SHORT_DRILL_DIA</a:t>
            </a:r>
          </a:p>
          <a:p>
            <a:endParaRPr lang="en-US" sz="800" i="1" dirty="0"/>
          </a:p>
          <a:p>
            <a:r>
              <a:rPr lang="en-US" dirty="0"/>
              <a:t>DWL_REAM_BOTTOM</a:t>
            </a:r>
          </a:p>
          <a:p>
            <a:r>
              <a:rPr lang="en-US" sz="1600" i="1" dirty="0"/>
              <a:t>DWL_REAM_SHORT_BOTTOM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676400" y="1676400"/>
            <a:ext cx="172413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057400" y="3352800"/>
            <a:ext cx="134313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057400" y="5029200"/>
            <a:ext cx="134313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035629" y="5581650"/>
            <a:ext cx="1364901" cy="57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856014" y="6057900"/>
            <a:ext cx="1544516" cy="190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27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DWL_CBORE_CLR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1174394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52800" y="1828800"/>
            <a:ext cx="30002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DWL_CBORE_CLR_TOP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DWL_CBORE_CLR_DIA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DWL_CBORE_CLR_BOTTOM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752600" y="3661559"/>
            <a:ext cx="16002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447800" y="1981200"/>
            <a:ext cx="19050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447800" y="5562600"/>
            <a:ext cx="19050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12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DWL_BLIND_REAM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56" y="1600200"/>
            <a:ext cx="67854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00530" y="1752600"/>
            <a:ext cx="44480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DWL_BLIND_REAM_TOP</a:t>
            </a:r>
          </a:p>
          <a:p>
            <a:endParaRPr lang="en-US" dirty="0"/>
          </a:p>
          <a:p>
            <a:r>
              <a:rPr lang="en-US" dirty="0"/>
              <a:t>DWL_BLIND_REAM_DRILL_DIA_TOP</a:t>
            </a:r>
          </a:p>
          <a:p>
            <a:endParaRPr lang="en-US" dirty="0"/>
          </a:p>
          <a:p>
            <a:r>
              <a:rPr lang="en-US" dirty="0"/>
              <a:t>DWL_BLIND_REAM_DEPTH_TOP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DWL_BLIND_REAM_HOLECHART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DWL_BLIND_REAM_DEPTH_BOTTOM</a:t>
            </a:r>
          </a:p>
          <a:p>
            <a:endParaRPr lang="en-US" dirty="0"/>
          </a:p>
          <a:p>
            <a:r>
              <a:rPr lang="en-US" dirty="0"/>
              <a:t>DWL_BLIND_REAM_DRILL_DIA_BOTTOM</a:t>
            </a:r>
          </a:p>
          <a:p>
            <a:endParaRPr lang="en-US" dirty="0"/>
          </a:p>
          <a:p>
            <a:r>
              <a:rPr lang="en-US" dirty="0"/>
              <a:t>DWL_BLIND_REAM_BOTTOM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495530" y="1752600"/>
            <a:ext cx="1943799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696324" y="2357306"/>
            <a:ext cx="1743005" cy="810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696324" y="2971800"/>
            <a:ext cx="1704206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1"/>
          </p:cNvCxnSpPr>
          <p:nvPr/>
        </p:nvCxnSpPr>
        <p:spPr>
          <a:xfrm flipV="1">
            <a:off x="1696324" y="3876259"/>
            <a:ext cx="1704206" cy="1503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696324" y="4724400"/>
            <a:ext cx="1743005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696324" y="5257800"/>
            <a:ext cx="1743005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534329" y="5791200"/>
            <a:ext cx="19050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907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DWL_BODY_EDGE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456056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977467" y="1905000"/>
            <a:ext cx="2695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BODY_EDGE_MINIMUM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BODY_EDGE_TRIM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953000" y="2895600"/>
            <a:ext cx="990600" cy="2097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114800" y="2133600"/>
            <a:ext cx="1862667" cy="9495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9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Jig Jacks TSG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164995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00530" y="1752600"/>
            <a:ext cx="31526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JJ_CLR_TOP</a:t>
            </a:r>
          </a:p>
          <a:p>
            <a:endParaRPr lang="en-US" dirty="0"/>
          </a:p>
          <a:p>
            <a:r>
              <a:rPr lang="en-US" dirty="0"/>
              <a:t>JJ_CLR_DIA</a:t>
            </a:r>
          </a:p>
          <a:p>
            <a:endParaRPr lang="en-US" dirty="0"/>
          </a:p>
          <a:p>
            <a:r>
              <a:rPr lang="en-US" dirty="0"/>
              <a:t>JJ_CLR_DEPTH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JJ_CLR_HOLECHART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JJ_LOCATOR_DEPTH</a:t>
            </a:r>
          </a:p>
          <a:p>
            <a:endParaRPr lang="en-US" dirty="0"/>
          </a:p>
          <a:p>
            <a:r>
              <a:rPr lang="en-US" dirty="0"/>
              <a:t>JJ_LOCATOR_DIA</a:t>
            </a:r>
          </a:p>
          <a:p>
            <a:endParaRPr lang="en-US" dirty="0"/>
          </a:p>
          <a:p>
            <a:r>
              <a:rPr lang="en-US" dirty="0"/>
              <a:t>JJ_LOCATOR_BOTTOM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657525" y="1905000"/>
            <a:ext cx="1743005" cy="40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981200" y="2438400"/>
            <a:ext cx="1419330" cy="40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981200" y="3048000"/>
            <a:ext cx="141933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942462" y="3824526"/>
            <a:ext cx="1486538" cy="40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133600" y="47244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2286000" y="5227739"/>
            <a:ext cx="1114530" cy="114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953586" y="5753100"/>
            <a:ext cx="1446944" cy="114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603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JJ_CBORE_BLIND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14275"/>
            <a:ext cx="104611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86200"/>
            <a:ext cx="1122589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581400" y="1349276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JJ_BLIND_TOP</a:t>
            </a:r>
          </a:p>
          <a:p>
            <a:endParaRPr lang="en-US" sz="1600" dirty="0"/>
          </a:p>
          <a:p>
            <a:r>
              <a:rPr lang="en-US" sz="1600" dirty="0"/>
              <a:t>JJ_BLIND_HOLECHART</a:t>
            </a:r>
          </a:p>
          <a:p>
            <a:endParaRPr lang="en-US" sz="1600" dirty="0"/>
          </a:p>
          <a:p>
            <a:r>
              <a:rPr lang="en-US" sz="1600" dirty="0"/>
              <a:t>JJ_BLIND_LOCATOR_DEPTH</a:t>
            </a:r>
          </a:p>
          <a:p>
            <a:endParaRPr lang="en-US" sz="1600" dirty="0"/>
          </a:p>
          <a:p>
            <a:r>
              <a:rPr lang="en-US" sz="1600" dirty="0"/>
              <a:t>JJ_BLIND_LOCATOR_DIA</a:t>
            </a:r>
          </a:p>
          <a:p>
            <a:endParaRPr lang="en-US" sz="1600" dirty="0"/>
          </a:p>
          <a:p>
            <a:r>
              <a:rPr lang="en-US" sz="1600" dirty="0"/>
              <a:t>JJ_BLIND_LOCATOR_BOTTOM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438400" y="15240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590800" y="1981200"/>
            <a:ext cx="1066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712091" y="2503438"/>
            <a:ext cx="945509" cy="3159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833382" y="2971800"/>
            <a:ext cx="82421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514600" y="342900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81400" y="3940076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JJ_BLIND_OPP_LOCATOR_TOP</a:t>
            </a:r>
          </a:p>
          <a:p>
            <a:endParaRPr lang="en-US" sz="1600" dirty="0"/>
          </a:p>
          <a:p>
            <a:r>
              <a:rPr lang="en-US" sz="1600" dirty="0"/>
              <a:t>JJ_BLIND_OPP_LOCATOR_DIA</a:t>
            </a:r>
          </a:p>
          <a:p>
            <a:endParaRPr lang="en-US" sz="1600" dirty="0"/>
          </a:p>
          <a:p>
            <a:r>
              <a:rPr lang="en-US" sz="1600" dirty="0"/>
              <a:t>JJ_BLIND_OPP_LOCATOR_DEPTH</a:t>
            </a:r>
          </a:p>
          <a:p>
            <a:endParaRPr lang="en-US" sz="1600" dirty="0"/>
          </a:p>
          <a:p>
            <a:r>
              <a:rPr lang="en-US" sz="1600" dirty="0"/>
              <a:t>JJ_BLIND_OPP_HOLECHART</a:t>
            </a:r>
          </a:p>
          <a:p>
            <a:endParaRPr lang="en-US" sz="1600" dirty="0"/>
          </a:p>
          <a:p>
            <a:r>
              <a:rPr lang="en-US" sz="1600" dirty="0"/>
              <a:t>JJ_BLIND_OPP_BOTTOM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438400" y="411480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833382" y="4419600"/>
            <a:ext cx="748018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7" idx="1"/>
          </p:cNvCxnSpPr>
          <p:nvPr/>
        </p:nvCxnSpPr>
        <p:spPr>
          <a:xfrm>
            <a:off x="2673991" y="4800600"/>
            <a:ext cx="907409" cy="2936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552700" y="5334000"/>
            <a:ext cx="10287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2360103" y="6096000"/>
            <a:ext cx="1221297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993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JJ_CLR_HOLE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163" y="1752600"/>
            <a:ext cx="94383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24200" y="1828800"/>
            <a:ext cx="30002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JJ_CLR_HOLE_TOP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JJ_CLR_DIA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JJ_CLR_HOLE_BOTTOM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524000" y="1905000"/>
            <a:ext cx="16002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52600" y="3505200"/>
            <a:ext cx="13716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524000" y="5638800"/>
            <a:ext cx="16002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601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JJ_BODY_EDGE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600"/>
            <a:ext cx="3092458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76800" y="2657563"/>
            <a:ext cx="3000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JJ_LOCATOR_EDGE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JJ_MOVE_FACE</a:t>
            </a:r>
          </a:p>
          <a:p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733800" y="2895600"/>
            <a:ext cx="1143000" cy="3621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162300" y="3657600"/>
            <a:ext cx="1714500" cy="3621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07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JackScrews</a:t>
            </a:r>
            <a:r>
              <a:rPr lang="en-US" dirty="0"/>
              <a:t> – Reference Sets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84082"/>
            <a:ext cx="527593" cy="2262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200" y="148006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CBORE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80066"/>
            <a:ext cx="519422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52800" y="209996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CBORE_BLIND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364593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CBORE_BLIND_OPP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738582" y="2284631"/>
            <a:ext cx="609600" cy="1318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743200" y="3830598"/>
            <a:ext cx="609600" cy="1318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46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847</Words>
  <Application>Microsoft Office PowerPoint</Application>
  <PresentationFormat>On-screen Show (4:3)</PresentationFormat>
  <Paragraphs>295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NX11 - Fasteners</vt:lpstr>
      <vt:lpstr>SHCS – Reference Sets</vt:lpstr>
      <vt:lpstr>SHCS_BODY</vt:lpstr>
      <vt:lpstr>SHCS_CBORE</vt:lpstr>
      <vt:lpstr>SHCS_TAP &amp; SHORT_TAP</vt:lpstr>
      <vt:lpstr>SHCS_HARD_TAP_CLR</vt:lpstr>
      <vt:lpstr>SHCS_CLR_SCREW_HEAD</vt:lpstr>
      <vt:lpstr>SHCS_SLOT_CBORE</vt:lpstr>
      <vt:lpstr>SHCS BODY EDGES</vt:lpstr>
      <vt:lpstr>Dowels – Reference Sets</vt:lpstr>
      <vt:lpstr>DWL_BODY</vt:lpstr>
      <vt:lpstr>DWL_CBORE</vt:lpstr>
      <vt:lpstr>DWL_REAM &amp; REAM_SHORT</vt:lpstr>
      <vt:lpstr>DWL_CBORE_CLR</vt:lpstr>
      <vt:lpstr>DWL_BLIND_REAM</vt:lpstr>
      <vt:lpstr>DWL_BODY_EDGE</vt:lpstr>
      <vt:lpstr>Jig Jacks TSG</vt:lpstr>
      <vt:lpstr>JJ_CBORE_BLIND</vt:lpstr>
      <vt:lpstr>JJ_CLR_HOLE</vt:lpstr>
      <vt:lpstr>JJ_BODY_EDGE</vt:lpstr>
      <vt:lpstr>JackScrews – Reference Sets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NX11 - Fasteners</dc:title>
  <dc:creator>Duane VanderWerf</dc:creator>
  <cp:lastModifiedBy>Library Duane</cp:lastModifiedBy>
  <cp:revision>49</cp:revision>
  <dcterms:created xsi:type="dcterms:W3CDTF">2017-03-21T15:52:32Z</dcterms:created>
  <dcterms:modified xsi:type="dcterms:W3CDTF">2018-09-11T13:13:50Z</dcterms:modified>
</cp:coreProperties>
</file>